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46" d="100"/>
          <a:sy n="46" d="100"/>
        </p:scale>
        <p:origin x="7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284A-3D29-4C03-97FF-EC49C6CE691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0704-9E4B-4941-8681-1FCDEA2F4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749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284A-3D29-4C03-97FF-EC49C6CE691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0704-9E4B-4941-8681-1FCDEA2F4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603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284A-3D29-4C03-97FF-EC49C6CE691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0704-9E4B-4941-8681-1FCDEA2F4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965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284A-3D29-4C03-97FF-EC49C6CE691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0704-9E4B-4941-8681-1FCDEA2F4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78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284A-3D29-4C03-97FF-EC49C6CE691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0704-9E4B-4941-8681-1FCDEA2F4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166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284A-3D29-4C03-97FF-EC49C6CE691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0704-9E4B-4941-8681-1FCDEA2F4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575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284A-3D29-4C03-97FF-EC49C6CE691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0704-9E4B-4941-8681-1FCDEA2F4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461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284A-3D29-4C03-97FF-EC49C6CE691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0704-9E4B-4941-8681-1FCDEA2F4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917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284A-3D29-4C03-97FF-EC49C6CE691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0704-9E4B-4941-8681-1FCDEA2F4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672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284A-3D29-4C03-97FF-EC49C6CE691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0704-9E4B-4941-8681-1FCDEA2F4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259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D284A-3D29-4C03-97FF-EC49C6CE691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F0704-9E4B-4941-8681-1FCDEA2F4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086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CD284A-3D29-4C03-97FF-EC49C6CE691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5F0704-9E4B-4941-8681-1FCDEA2F4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6036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462453" y="190221"/>
            <a:ext cx="1663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 smtClean="0"/>
              <a:t>Guu</a:t>
            </a:r>
            <a:r>
              <a:rPr lang="en-US" b="1" dirty="0" smtClean="0"/>
              <a:t> Crazy.COM</a:t>
            </a:r>
            <a:endParaRPr lang="en-US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506681" y="198780"/>
            <a:ext cx="750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Home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095999" y="198781"/>
            <a:ext cx="760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About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816088" y="2576222"/>
            <a:ext cx="255982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 smtClean="0"/>
              <a:t>Text</a:t>
            </a:r>
            <a:endParaRPr lang="en-US" sz="8000" dirty="0"/>
          </a:p>
        </p:txBody>
      </p:sp>
      <p:sp>
        <p:nvSpPr>
          <p:cNvPr id="10" name="TextBox 9"/>
          <p:cNvSpPr txBox="1"/>
          <p:nvPr/>
        </p:nvSpPr>
        <p:spPr>
          <a:xfrm>
            <a:off x="5530651" y="4174435"/>
            <a:ext cx="565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Text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7301435" y="198781"/>
            <a:ext cx="909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Contact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4702499" y="224421"/>
            <a:ext cx="948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Services</a:t>
            </a:r>
            <a:endParaRPr lang="en-US" dirty="0"/>
          </a:p>
        </p:txBody>
      </p:sp>
      <p:sp>
        <p:nvSpPr>
          <p:cNvPr id="14" name="Rounded Rectangle 13"/>
          <p:cNvSpPr/>
          <p:nvPr/>
        </p:nvSpPr>
        <p:spPr>
          <a:xfrm>
            <a:off x="9573370" y="194400"/>
            <a:ext cx="1971924" cy="435537"/>
          </a:xfrm>
          <a:prstGeom prst="roundRect">
            <a:avLst/>
          </a:prstGeom>
          <a:solidFill>
            <a:schemeClr val="bg2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2175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NB">
      <a:dk1>
        <a:srgbClr val="B6B09F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</TotalTime>
  <Words>9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8</cp:revision>
  <dcterms:created xsi:type="dcterms:W3CDTF">2025-11-21T09:08:44Z</dcterms:created>
  <dcterms:modified xsi:type="dcterms:W3CDTF">2025-11-21T14:27:16Z</dcterms:modified>
</cp:coreProperties>
</file>