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4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603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65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678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166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75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461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17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672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59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6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D284A-3D29-4C03-97FF-EC49C6CE691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0704-9E4B-4941-8681-1FCDEA2F4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603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87817" y="198781"/>
            <a:ext cx="727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10000"/>
                  </a:schemeClr>
                </a:solidFill>
              </a:rPr>
              <a:t>LOGO</a:t>
            </a:r>
            <a:endParaRPr lang="en-US" dirty="0">
              <a:solidFill>
                <a:schemeClr val="tx2">
                  <a:lumMod val="1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506681" y="198780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Home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5999" y="198781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About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816088" y="2576222"/>
            <a:ext cx="25598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 smtClean="0"/>
              <a:t>Text</a:t>
            </a:r>
            <a:endParaRPr lang="en-US" sz="8000" dirty="0"/>
          </a:p>
        </p:txBody>
      </p:sp>
      <p:sp>
        <p:nvSpPr>
          <p:cNvPr id="10" name="TextBox 9"/>
          <p:cNvSpPr txBox="1"/>
          <p:nvPr/>
        </p:nvSpPr>
        <p:spPr>
          <a:xfrm>
            <a:off x="5530651" y="4174435"/>
            <a:ext cx="56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Text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01435" y="198781"/>
            <a:ext cx="909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Contact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4702499" y="224421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Services</a:t>
            </a:r>
            <a:endParaRPr 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9573370" y="194400"/>
            <a:ext cx="1971924" cy="435537"/>
          </a:xfrm>
          <a:prstGeom prst="roundRect">
            <a:avLst/>
          </a:prstGeom>
          <a:solidFill>
            <a:schemeClr val="bg2"/>
          </a:solidFill>
          <a:ln>
            <a:solidFill>
              <a:schemeClr val="tx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17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NB">
      <a:dk1>
        <a:srgbClr val="B6B09F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</TotalTime>
  <Words>8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7</cp:revision>
  <dcterms:created xsi:type="dcterms:W3CDTF">2025-11-21T09:08:44Z</dcterms:created>
  <dcterms:modified xsi:type="dcterms:W3CDTF">2025-11-21T10:58:37Z</dcterms:modified>
</cp:coreProperties>
</file>